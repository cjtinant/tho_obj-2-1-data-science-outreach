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0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1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 Song Hit #1?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Data Science Workshop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Facilitator: C.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Tinant   </a:t>
            </a: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Co-facilitator: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 Sawyer</a:t>
            </a:r>
            <a:endParaRPr lang="en-US" sz="1300" dirty="0">
              <a:solidFill>
                <a:srgbClr val="E2E8F0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PowerPoint Design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: Claude AI -- whose probs better at coding</a:t>
            </a:r>
            <a:r>
              <a:rPr lang="en-US" sz="130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, anyhow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719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OLC MST  ·  NSF TCUP Thokatakiya Grant  ·  April 24,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FFFFFF">
                    <a:alpha val="20000"/>
                  </a:srgbClr>
                </a:solidFill>
              </a:rPr>
              <a:t>♪</a:t>
            </a:r>
            <a:endParaRPr lang="en-US" sz="9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2194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makes a song blow up?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Energy?  </a:t>
            </a: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Tempo?  </a:t>
            </a: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Danceability?  </a:t>
            </a: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data on 232 Spotify songs. Let's find out.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 — 232 Songs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1945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track_name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title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1945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1259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21945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3041725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genre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21945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393461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— beats per minute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20087" y="1280160"/>
            <a:ext cx="21945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29514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23760" y="126940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 = calm → 1 = intense)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20087" y="2148840"/>
            <a:ext cx="21945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danceability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0" y="21259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easy to groove to  (0–1)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20087" y="3017520"/>
            <a:ext cx="21945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29796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happy it sounds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 = sad → 1 = happy)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20087" y="3871216"/>
            <a:ext cx="21945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20087" y="387121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popularity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38333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score  (0 = unknown → 100 = huge hit)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Plan — 2 Hours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1430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14300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songs, one question, 232 rows of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0:15–0:20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76479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 Cloud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176479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browser — no install needed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86584"/>
            <a:ext cx="8412480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38658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0:20–1:05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38658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in 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38658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code blocks, four layers of insight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08376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00837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1:05–1:20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00837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300837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group, your question, your finding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30168"/>
            <a:ext cx="8412480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63016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1:20–1:45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63016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363016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you?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1:45–2:00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42519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425196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+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Into Posit Cloud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installation. No download. Just a browser.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 in Zoom chat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22199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 free Posit Cloud account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4378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8437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02_what-makes-a-hit.R  in the Files pane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6557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46557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first line:  library(tidyverse)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08736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08736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(or type ✅ in chat) when you're 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Blocks — Four Layers of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01368"/>
            <a:ext cx="3931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8013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read_csv("spotify_top200_cleaned.csv")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How many rows? What are the columns?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37760" y="128016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2801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801368"/>
            <a:ext cx="3931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8013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 aes(x = energy, y = popularity) 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3591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Is there a pattern?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315468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1546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by genre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675888"/>
            <a:ext cx="3931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6758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aes(... color = genre)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233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Do genres cluster differently?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0175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37760" y="315468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31546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line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37760" y="3675888"/>
            <a:ext cx="3931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36758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geom_smooth(method = 'lm')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4233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Does the line go up or down? Do you trust it?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Breakout Challenge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Blocks 2–4 as your starting point. Swap in a different column.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822960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887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153619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bpm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196596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tempo related to popularity differently for hip-hop vs. pop?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822960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11887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267919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valence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310896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happier songs tend to get more streams?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22960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11887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920240" y="382219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slice_min( distance 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425196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average song actually popular?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Going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science loop: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4630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50876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21408" y="1508760"/>
            <a:ext cx="14630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21408" y="1508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84448" y="150876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85616" y="1508760"/>
            <a:ext cx="14630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85616" y="1508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by group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48656" y="150876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49824" y="1508760"/>
            <a:ext cx="14630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9824" y="1508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12864" y="150876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14032" y="1508760"/>
            <a:ext cx="146304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14032" y="1508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240280"/>
            <a:ext cx="10972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331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2715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kaggle.com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2990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datasets + beginner notebooks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2240280"/>
            <a:ext cx="10972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2331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TidyTuesday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2715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github.com/rfordatascience/tidytuesday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2990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real-world dataset every week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4747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3474720"/>
            <a:ext cx="10972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3566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for Data Science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4360" y="3950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r4ds.hadley.nz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4224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 book — start here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4747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0600" y="3474720"/>
            <a:ext cx="10972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0" y="3566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 Cloud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29200" y="3950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posit.cloud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4224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 in your browser, always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Ask.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Code.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Discover.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OLC MST  ·  NSF TCUP Thokatakiya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dirty="0">
                <a:solidFill>
                  <a:srgbClr val="FFFFFF">
                    <a:alpha val="15000"/>
                  </a:srgbClr>
                </a:solidFill>
              </a:rPr>
              <a:t>♪</a:t>
            </a:r>
            <a:endParaRPr lang="en-US" sz="1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533</Words>
  <Application>Microsoft Macintosh PowerPoint</Application>
  <PresentationFormat>On-screen Show (16:9)</PresentationFormat>
  <Paragraphs>126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Makes a Song Hit #1?</dc:title>
  <dc:subject>PptxGenJS Presentation</dc:subject>
  <dc:creator>Dr. Jason Tinant</dc:creator>
  <cp:lastModifiedBy>Jason Tinant</cp:lastModifiedBy>
  <cp:revision>6</cp:revision>
  <dcterms:created xsi:type="dcterms:W3CDTF">2026-04-24T03:29:01Z</dcterms:created>
  <dcterms:modified xsi:type="dcterms:W3CDTF">2026-04-24T03:39:52Z</dcterms:modified>
</cp:coreProperties>
</file>